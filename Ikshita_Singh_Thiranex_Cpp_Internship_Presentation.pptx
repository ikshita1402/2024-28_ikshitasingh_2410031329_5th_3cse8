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2A337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INTERNSHIP
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C++ Programming Virtual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547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7FF"/>
                </a:solidFill>
                <a:latin typeface="Aptos"/>
              </a:rPr>
              <a:t>THIRANEX VIRTUAL INTERNSHIP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051560"/>
            <a:ext cx="379476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0688" y="1645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31C42"/>
                </a:solidFill>
                <a:latin typeface="Aptos"/>
              </a:rPr>
              <a:t>IKSHITA
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696E82"/>
                </a:solidFill>
                <a:latin typeface="Aptos"/>
              </a:rPr>
              <a:t>B.Tech –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703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658"/>
                </a:solidFill>
                <a:latin typeface="Aptos"/>
              </a:rPr>
              <a:t>4 Weeks
August –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Intern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50109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658"/>
                </a:solidFill>
                <a:latin typeface="Aptos"/>
              </a:rPr>
              <a:t>THX-AUG2626-106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172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EE7FF"/>
                </a:solidFill>
                <a:latin typeface="Aptos"/>
              </a:rPr>
              <a:t>Roll No. 2410031329  •  Batch 2024–2028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ABOUT THE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Candidate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31C42"/>
                </a:solidFill>
                <a:latin typeface="Aptos"/>
              </a:rPr>
              <a:t>Ikshita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E82"/>
                </a:solidFill>
                <a:latin typeface="Aptos"/>
              </a:rPr>
              <a:t>B.Tech – Computer Science &amp;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258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19472" y="149047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4630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Roll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842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2410031329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8471" y="149047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4630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9842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B.Tech CSE
Batch 2024–2028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3832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9472" y="354787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3520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Semester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0416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4th Semester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3832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48471" y="354787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3520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04164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C++ Programming Virtual Internship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Thiranex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F44"/>
                </a:solidFill>
                <a:latin typeface="Aptos"/>
              </a:rPr>
              <a:t>The internship was project-based and conducted remotely, with practical programming activities under industry mentorship.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3246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49631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7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90087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Intern – C++ Programming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246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1" y="249631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46887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90087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26 August 2026
25 September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331720"/>
            <a:ext cx="3246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1" y="249631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46887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Work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90087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Remote / Project-Based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658"/>
                </a:solidFill>
                <a:latin typeface="Aptos"/>
              </a:rPr>
              <a:t>Intern ID: THX-AUG2626-106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E82"/>
                </a:solidFill>
                <a:latin typeface="Aptos"/>
              </a:rPr>
              <a:t>Practical projects • Industry mentorship • Periodic progress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Bridging Theory and Practical C++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A2F44"/>
                </a:solidFill>
                <a:latin typeface="Aptos"/>
              </a:rPr>
              <a:t>Programming students often learn C++ concepts theoretically but need practical experience to apply those concepts to real-world programming problems.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290779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0156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Move beyond theoretical knowledge toward practical programming problems.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432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1" y="290779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8803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The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0156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Use structured C++ solutions with clear input, processing and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74320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1" y="290779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8803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The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01568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Improve logical reasoning, problem-solving, debugging and software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What the Internship Aimed to Develop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62763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002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Objective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Strengthen C++ programming fundamentals.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6304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162763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6002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Objective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2140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Improve logical and computational thinking.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162763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6002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Objective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2140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Apply Object-Oriented Programming concepts.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2044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" y="368503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6576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Objective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7880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Develop structured and maintainable C++ programs.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2044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2" y="368503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6576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Objective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17880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Improve debugging and testing skills.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52044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02752" y="368503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6576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Objective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17880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Develop practical project-development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Project-Oriented Development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41732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990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013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Understand input, processing and output.</a:t>
            </a:r>
          </a:p>
        </p:txBody>
      </p:sp>
      <p:sp>
        <p:nvSpPr>
          <p:cNvPr id="12" name="Oval 11"/>
          <p:cNvSpPr/>
          <p:nvPr/>
        </p:nvSpPr>
        <p:spPr>
          <a:xfrm>
            <a:off x="3447288" y="141732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36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13990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18013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Identify data structures, algorithms, classes and functions.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6300216" y="141732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536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3990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Implement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8013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Develop the solution using C++.</a:t>
            </a:r>
          </a:p>
        </p:txBody>
      </p:sp>
      <p:sp>
        <p:nvSpPr>
          <p:cNvPr id="20" name="Oval 19"/>
          <p:cNvSpPr/>
          <p:nvPr/>
        </p:nvSpPr>
        <p:spPr>
          <a:xfrm>
            <a:off x="9153144" y="141732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536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8944" y="13990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180136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Verify expected output using different test cases.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365760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764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6393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Debug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04164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Identify and correct programming errors.</a:t>
            </a:r>
          </a:p>
        </p:txBody>
      </p:sp>
      <p:sp>
        <p:nvSpPr>
          <p:cNvPr id="28" name="Oval 27"/>
          <p:cNvSpPr/>
          <p:nvPr/>
        </p:nvSpPr>
        <p:spPr>
          <a:xfrm>
            <a:off x="3447288" y="365760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37764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36393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Optimize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404164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Review code quality and efficiency.</a:t>
            </a:r>
          </a:p>
        </p:txBody>
      </p:sp>
      <p:sp>
        <p:nvSpPr>
          <p:cNvPr id="32" name="Oval 31"/>
          <p:cNvSpPr/>
          <p:nvPr/>
        </p:nvSpPr>
        <p:spPr>
          <a:xfrm>
            <a:off x="6300216" y="3657600"/>
            <a:ext cx="566928" cy="566928"/>
          </a:xfrm>
          <a:prstGeom prst="ellipse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37764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6" y="36393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31C42"/>
                </a:solidFill>
                <a:latin typeface="Aptos"/>
              </a:rPr>
              <a:t>Document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6" y="404164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96E82"/>
                </a:solidFill>
                <a:latin typeface="Aptos"/>
              </a:rPr>
              <a:t>Record project work and learning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C++ Programming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7160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53619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7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7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Primary programming language for implementation.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37160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53619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029967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Classes, objects, encapsulation, inheritance, polymorphism and abstraction.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37160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53619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2248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Data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029967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Arrays, strings, linked lists, stacks, queues, trees and hash tables.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747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63931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5607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33087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Searching, sorting, traversal, recursion and optimization.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4747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20" y="363931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133087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Visual Studio Code and GCC / G++ compiler.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3474720"/>
            <a:ext cx="33375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21040" y="363931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3611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Version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133087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Git and GitHub for project/version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From Requirement to Working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600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658"/>
                </a:solidFill>
                <a:latin typeface="Aptos"/>
              </a:rPr>
              <a:t>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036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Analyze task and expected behavior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85416" y="2907792"/>
            <a:ext cx="246888" cy="0"/>
          </a:xfrm>
          <a:prstGeom prst="line">
            <a:avLst/>
          </a:prstGeom>
          <a:ln w="25400">
            <a:solidFill>
              <a:srgbClr val="D2A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8880" y="1828800"/>
            <a:ext cx="1600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23317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658"/>
                </a:solidFill>
                <a:latin typeface="Aptos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8036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Break solution into logical components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2907792"/>
            <a:ext cx="246888" cy="0"/>
          </a:xfrm>
          <a:prstGeom prst="line">
            <a:avLst/>
          </a:prstGeom>
          <a:ln w="25400">
            <a:solidFill>
              <a:srgbClr val="D2A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0832" y="1828800"/>
            <a:ext cx="1600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23317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658"/>
                </a:solidFill>
                <a:latin typeface="Aptos"/>
              </a:rPr>
              <a:t>C++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88036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Functions, classes and modular structure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2907792"/>
            <a:ext cx="246888" cy="0"/>
          </a:xfrm>
          <a:prstGeom prst="line">
            <a:avLst/>
          </a:prstGeom>
          <a:ln w="25400">
            <a:solidFill>
              <a:srgbClr val="D2A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1600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3317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658"/>
                </a:solidFill>
                <a:latin typeface="Apto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88036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Test cases, boundary cases and invalid inputs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91272" y="2907792"/>
            <a:ext cx="246888" cy="0"/>
          </a:xfrm>
          <a:prstGeom prst="line">
            <a:avLst/>
          </a:prstGeom>
          <a:ln w="25400">
            <a:solidFill>
              <a:srgbClr val="D2A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74736" y="1828800"/>
            <a:ext cx="1600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3317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658"/>
                </a:solidFill>
                <a:latin typeface="Aptos"/>
              </a:rPr>
              <a:t>DEBUG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88036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Find and resolve errors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93224" y="2907792"/>
            <a:ext cx="246888" cy="0"/>
          </a:xfrm>
          <a:prstGeom prst="line">
            <a:avLst/>
          </a:prstGeom>
          <a:ln w="25400">
            <a:solidFill>
              <a:srgbClr val="D2A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76688" y="1828800"/>
            <a:ext cx="1600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33172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658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8" y="288036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E82"/>
                </a:solidFill>
                <a:latin typeface="Aptos"/>
              </a:rPr>
              <a:t>Reliable and correct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E82"/>
                </a:solidFill>
                <a:latin typeface="Aptos"/>
              </a:rPr>
              <a:t>Implementation focused on correct logic, efficient data handling, modular code and object-oriented design where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Skills &amp; Capabilities Developed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2F44"/>
                </a:solidFill>
                <a:latin typeface="Aptos"/>
              </a:defRPr>
            </a:pPr>
            <a:r>
              <a:t>• Improved C++ programming skills and programming fundamentals.</a:t>
            </a:r>
          </a:p>
          <a:p>
            <a:pPr>
              <a:spcAft>
                <a:spcPts val="900"/>
              </a:spcAft>
              <a:defRPr sz="1600">
                <a:solidFill>
                  <a:srgbClr val="2A2F44"/>
                </a:solidFill>
                <a:latin typeface="Aptos"/>
              </a:defRPr>
            </a:pPr>
            <a:r>
              <a:t>• Improved logical thinking and problem decomposition.</a:t>
            </a:r>
          </a:p>
          <a:p>
            <a:pPr>
              <a:spcAft>
                <a:spcPts val="900"/>
              </a:spcAft>
              <a:defRPr sz="1600">
                <a:solidFill>
                  <a:srgbClr val="2A2F44"/>
                </a:solidFill>
                <a:latin typeface="Aptos"/>
              </a:defRPr>
            </a:pPr>
            <a:r>
              <a:t>• Gained experience with project-based development.</a:t>
            </a:r>
          </a:p>
          <a:p>
            <a:pPr>
              <a:spcAft>
                <a:spcPts val="900"/>
              </a:spcAft>
              <a:defRPr sz="1600">
                <a:solidFill>
                  <a:srgbClr val="2A2F44"/>
                </a:solidFill>
                <a:latin typeface="Aptos"/>
              </a:defRPr>
            </a:pPr>
            <a:r>
              <a:t>• Improved debugging and testing abilities.</a:t>
            </a:r>
          </a:p>
          <a:p>
            <a:pPr>
              <a:spcAft>
                <a:spcPts val="900"/>
              </a:spcAft>
              <a:defRPr sz="1600">
                <a:solidFill>
                  <a:srgbClr val="2A2F44"/>
                </a:solidFill>
                <a:latin typeface="Aptos"/>
              </a:defRPr>
            </a:pPr>
            <a:r>
              <a:t>• Learned to select suitable data structures for problems.</a:t>
            </a:r>
          </a:p>
          <a:p>
            <a:pPr>
              <a:spcAft>
                <a:spcPts val="900"/>
              </a:spcAft>
              <a:defRPr sz="1600">
                <a:solidFill>
                  <a:srgbClr val="2A2F44"/>
                </a:solidFill>
                <a:latin typeface="Aptos"/>
              </a:defRPr>
            </a:pPr>
            <a:r>
              <a:t>• Gained experience working in a remote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15000"/>
            <a:ext cx="10149840" cy="457200"/>
          </a:xfrm>
          <a:prstGeom prst="roundRect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815584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658"/>
                </a:solidFill>
                <a:latin typeface="Aptos"/>
              </a:rPr>
              <a:t>C++ PROGRAMMING  •  PROJECT-BASED  •  REMOTE  •  INDUSTRY MENTORSHIP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Key Challenges During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53619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Complex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7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Break the problem into smaller components and analyze each requirement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1" y="1536192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Debugging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29967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Systematically analyze syntax, logical and runtime issues and test individual sections.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7031" y="1536192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508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Data Structure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029967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Analyze required operations before selecting the appropriate data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57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3822191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Efficient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Review the implementation to reduce unnecessary operations and improve efficiency.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57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9431" y="3822191"/>
            <a:ext cx="411480" cy="411480"/>
          </a:xfrm>
          <a:prstGeom prst="ellipse">
            <a:avLst/>
          </a:prstGeom>
          <a:solidFill>
            <a:srgbClr val="D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31596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Use different test cases, boundary cases and invalid inputs to verify correctness.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6576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57031" y="3822191"/>
            <a:ext cx="411480" cy="411480"/>
          </a:xfrm>
          <a:prstGeom prst="ellipse">
            <a:avLst/>
          </a:prstGeom>
          <a:solidFill>
            <a:srgbClr val="F6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794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1C42"/>
                </a:solidFill>
                <a:latin typeface="Aptos"/>
              </a:rPr>
              <a:t>Remote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31596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6E82"/>
                </a:solidFill>
                <a:latin typeface="Aptos"/>
              </a:rPr>
              <a:t>Organize tasks and maintain progress in a project-based remote environment.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64008" cy="6858000"/>
          </a:xfrm>
          <a:prstGeom prst="rect">
            <a:avLst/>
          </a:prstGeom>
          <a:solidFill>
            <a:srgbClr val="D2A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2A337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1C42"/>
                </a:solidFill>
                <a:latin typeface="Aptos"/>
              </a:rPr>
              <a:t>Internship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82"/>
                </a:solidFill>
                <a:latin typeface="Aptos"/>
              </a:rPr>
              <a:t>C++ Programming Virtual Internship  •  Ikshita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96E82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658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5074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F44"/>
                </a:solidFill>
                <a:latin typeface="Aptos"/>
              </a:rPr>
              <a:t>The internship provided practical exposure to project-based C++ programming and software development. It strengthened logical reasoning, coding, debugging and testing skills and provided a foundation for further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658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Advanced Data Structures &amp; Algorithms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Competitive Programming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Advanced Object-Oriented Programming and STL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System Programming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Database Applications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Backend / GUI / Game Development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Embedded Systems</a:t>
            </a:r>
          </a:p>
          <a:p>
            <a:pPr>
              <a:spcAft>
                <a:spcPts val="900"/>
              </a:spcAft>
              <a:defRPr sz="1300">
                <a:solidFill>
                  <a:srgbClr val="2A2F44"/>
                </a:solidFill>
                <a:latin typeface="Aptos"/>
              </a:defRPr>
            </a:pPr>
            <a:r>
              <a:t>• Performance and Multithreaded Programming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658"/>
                </a:solidFill>
                <a:latin typeface="Aptos"/>
              </a:rPr>
              <a:t>The internship experience can support development of larger C++ projects and further software engineering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A337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83080"/>
            <a:ext cx="6400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C++ Programming
Virtual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EE7FF"/>
                </a:solidFill>
                <a:latin typeface="Aptos"/>
              </a:rPr>
              <a:t>THIRANEX VIRTUAL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Ikshita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572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EE7FF"/>
                </a:solidFill>
                <a:latin typeface="Aptos"/>
              </a:rPr>
              <a:t>B.Tech CSE  •  IILM University, Greater Noida
Roll No. 2410031329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806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2A337"/>
                </a:solidFill>
                <a:latin typeface="Aptos"/>
              </a:rPr>
              <a:t>Intern ID: THX-AUG2626-106  •  August–September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